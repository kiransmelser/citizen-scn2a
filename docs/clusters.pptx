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/o biophysics data" id="{333674B5-EFD9-8E49-AD5E-9DF2E678944C}">
          <p14:sldIdLst>
            <p14:sldId id="257"/>
            <p14:sldId id="258"/>
          </p14:sldIdLst>
        </p14:section>
        <p14:section name="w/ biophysics data" id="{E8EF0136-4AB2-4144-81EB-894DC366B56F}">
          <p14:sldIdLst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762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3477-705B-4B2C-5EF9-AB18FC8A6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27AA2-9355-3B92-0765-C7CA3A275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B4BC3-BEA5-AE4D-82EE-841F1A47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196BF-F780-1BA2-B321-759B03E1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A57B-F8C4-1AD0-64B6-0521FA95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1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8EF9-324F-82CB-1D27-07F27F50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C8DAC-55E6-0E71-C6C2-D1FB56B1E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901D-F601-1086-318F-8D907FA0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CC02-4095-8228-53B9-211B21C3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F81F-AB4C-92BC-5C4B-BCD739DB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4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148C-1D9C-11EB-6F37-E83D49ED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F9B27-65F7-49BB-F868-A5F8F7BCD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84500-982F-4E14-344A-9EA7D655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6C01-45FF-462D-0B16-A17F52C5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190B6-7C43-4EF6-C27F-8BC8995B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F6FB-C99C-9969-A24E-B4B8D128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04E42-87A8-3D39-262F-9E49CC2DF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A8294-019D-D10B-8BE7-3EA50A633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BA9F-AAEF-548D-11B5-4DD4E1666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37CF5-B8EE-2ED5-F198-664001F0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14993-733E-2089-A204-D5396648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F8D2-4C89-75A8-1CDF-B02F0A9F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C10BE-FD47-044F-6E8C-58AF34EC0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C0D29-AD38-BD16-643F-E031EEE4F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CFC41-8F53-39FB-5E43-43036AFB8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B0C9D-9FDA-8A25-E784-B3CE833B5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8DDA5-136F-4779-2DEF-EC056FEB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6C01D-33C0-FC9C-354B-9DFBD981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B2895-652B-84BA-9163-F85778D2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8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742D-9D67-8E39-798C-293D3B46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19731-02E7-B236-DE3F-B0750064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9DA4C-CD3D-71CD-272F-6EEEC73A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F816-A16C-76FB-6295-D0079974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D7523-3659-3636-651E-03224744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10C0D-BD2D-B069-EC52-5F2709A6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D6144-2948-0ADE-044E-3E0C224B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3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819F-2B01-71BF-E854-6E00E644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5EDD-3041-8139-9BE6-AFADE791E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F9E4E-6B43-F8B2-404B-6A880E8BB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2D6BE-3E4C-14AF-8FB2-675C9220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A05B0-F685-9CA7-EC1F-A1BFF6FC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50CE6-020A-5826-4536-1C09E282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6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B7E3-0A8B-D59F-27ED-06EDFE44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F83BC-1BA5-DE07-72B3-BBDA4090F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01AED-A2AC-8C8B-BFF4-D41ACF6F0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E2D77-75BA-408E-6317-9FBCAFDE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A29D7-C38E-138F-0AC4-6EA5D776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34040-7608-59CD-4287-B0EC7E67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5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73FD-155F-BE4E-3777-33D5BEA2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C71CD-BDDD-81C7-C03D-D45D3481B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53A5A-E09C-1561-5F53-17F4CE1B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81B9-598D-3F5B-7D45-D1924A6C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8249-9B7E-1F00-CD8F-975FEB8E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1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54A9F-580B-281C-749B-682F0A3C3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67AB4-0A87-4A99-B001-D874E5B6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FDE9D-F054-068D-1F08-EA611AFC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67C0E-0D80-B543-1635-BFBF12C2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3C6A3-74BB-8E1D-A0AB-3D3C7651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EAA93-8124-E6FC-5D2A-07FA969A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C46D2-266E-5281-11D1-445ADAAF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D0FD2-76C1-2886-231A-B74D28E82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2BA7A-2697-3F41-827E-BC2741E93F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FC84-9D9C-1163-F090-3CF92FF2B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83C74-DA06-503B-BB68-F0630E18C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D2C49-EC11-514E-BA12-F8703F4A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8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71372C-0400-BFCA-166C-6F875CC6F0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0014" y="4697"/>
            <a:ext cx="4057570" cy="338130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2DFFB6-4405-2898-B711-E9A49250F0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4416" y="0"/>
            <a:ext cx="4057570" cy="33813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FB1708-7DD9-58DD-C88B-A826D8B2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0014" y="3467298"/>
            <a:ext cx="4057570" cy="3381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D33BD3-3452-A870-F3FF-8EF31E6C61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05518" y="3471853"/>
            <a:ext cx="4046483" cy="33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9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46416-F6A2-FDFB-B14A-809411C09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41" y="2801"/>
            <a:ext cx="10968318" cy="685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9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3A13A-B6C9-72D6-EB23-790F0867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004CEB-26E5-ECF6-1D03-496C0E413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0014" y="4697"/>
            <a:ext cx="4057569" cy="338130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CBCC193-9E0D-336C-4409-68F8B3EF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FD873-E588-D9F8-8F67-459AF8125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4416" y="0"/>
            <a:ext cx="4057569" cy="33813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BEC2402-7DC1-7084-BFCC-1D11B976B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08CD01-8050-4E68-B747-B8A66873E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9E3F1C-6698-7564-F582-59A2ACB9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0014" y="3467298"/>
            <a:ext cx="4057569" cy="3381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C6E28-C7D1-03CD-FDC9-2FF62FE2BF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05518" y="3471853"/>
            <a:ext cx="4046482" cy="33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1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2C384-614C-E578-97FE-C0418CCE2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41" y="0"/>
            <a:ext cx="10968318" cy="685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0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Smelser, Kiran John - (ksmelser)</dc:creator>
  <cp:lastModifiedBy>Smelser, Kiran John - (ksmelser)</cp:lastModifiedBy>
  <cp:revision>1</cp:revision>
  <dcterms:created xsi:type="dcterms:W3CDTF">2026-04-09T19:59:03Z</dcterms:created>
  <dcterms:modified xsi:type="dcterms:W3CDTF">2026-04-09T20:22:15Z</dcterms:modified>
</cp:coreProperties>
</file>